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0"/>
            <a:ext cx="3474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404040"/>
                </a:solidFill>
                <a:latin typeface="Montserrat"/>
              </a:rPr>
              <a:t>Hi, I'm Eddy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606040"/>
            <a:ext cx="3474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>
                <a:solidFill>
                  <a:srgbClr val="404040"/>
                </a:solidFill>
                <a:latin typeface="Montserrat"/>
              </a:rPr>
              <a:t>Product Specialist · Toqan</a:t>
            </a:r>
          </a:p>
        </p:txBody>
      </p:sp>
      <p:pic>
        <p:nvPicPr>
          <p:cNvPr id="5" name="Picture 4" descr="i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251960"/>
            <a:ext cx="1097280" cy="580644"/>
          </a:xfrm>
          <a:prstGeom prst="rect">
            <a:avLst/>
          </a:prstGeom>
        </p:spPr>
      </p:pic>
      <p:pic>
        <p:nvPicPr>
          <p:cNvPr id="6" name="Picture 5" descr="illustratio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57200"/>
            <a:ext cx="4389120" cy="35017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oo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73152"/>
            <a:ext cx="731520" cy="3870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64592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EA1D2C"/>
                </a:solidFill>
                <a:latin typeface="Montserrat"/>
              </a:rPr>
              <a:t>About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8412480" cy="3810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llustration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822960"/>
            <a:ext cx="2286000" cy="3407252"/>
          </a:xfrm>
          <a:prstGeom prst="rect">
            <a:avLst/>
          </a:prstGeom>
        </p:spPr>
      </p:pic>
      <p:pic>
        <p:nvPicPr>
          <p:cNvPr id="6" name="Picture 5" descr="s19_icon_0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00584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960120"/>
            <a:ext cx="5349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>
                <a:solidFill>
                  <a:srgbClr val="404040"/>
                </a:solidFill>
                <a:latin typeface="Montserrat"/>
              </a:rPr>
              <a:t>Eddy — Product Specialist &amp; PM at Toqan</a:t>
            </a:r>
          </a:p>
        </p:txBody>
      </p:sp>
      <p:pic>
        <p:nvPicPr>
          <p:cNvPr id="8" name="Picture 7" descr="s20_icon_0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920239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1874519"/>
            <a:ext cx="5349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>
                <a:solidFill>
                  <a:srgbClr val="404040"/>
                </a:solidFill>
                <a:latin typeface="Montserrat"/>
              </a:rPr>
              <a:t>Building Toqan &amp; ToqanClaw — Prosus's AI platform</a:t>
            </a:r>
          </a:p>
        </p:txBody>
      </p:sp>
      <p:pic>
        <p:nvPicPr>
          <p:cNvPr id="10" name="Picture 9" descr="s20_icon_1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834639"/>
            <a:ext cx="411480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2788920"/>
            <a:ext cx="5349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>
                <a:solidFill>
                  <a:srgbClr val="404040"/>
                </a:solidFill>
                <a:latin typeface="Montserrat"/>
              </a:rPr>
              <a:t>Joined Prosus on 1 May 2026</a:t>
            </a:r>
          </a:p>
        </p:txBody>
      </p:sp>
      <p:pic>
        <p:nvPicPr>
          <p:cNvPr id="12" name="Picture 11" descr="s20_icon_0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749039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3703320"/>
            <a:ext cx="5349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>
                <a:solidFill>
                  <a:srgbClr val="404040"/>
                </a:solidFill>
                <a:latin typeface="Montserrat"/>
              </a:rPr>
              <a:t>Day split between meetings, product strategy &amp; ticket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